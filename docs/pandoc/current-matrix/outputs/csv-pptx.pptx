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r="http://schemas.openxmlformats.org/officeDocument/2006/relationships" xmlns:p="http://schemas.openxmlformats.org/presentationml/2006/main" xmlns:a="http://schemas.openxmlformats.org/drawingml/2006/main">
        <p:nvGraphicFramePr>
          <p:cNvPr id="2" name="Table 2"/>
          <p:cNvGraphicFramePr/>
          <p:nvPr/>
        </p:nvGraphicFramePr>
        <p:xfrm>
          <a:off x="609600" y="1400000"/>
          <a:ext cx="10972800" cy="450000"/>
        </p:xfrm>
        <a:graphic>
          <a:graphicData uri="http://schemas.openxmlformats.org/drawingml/2006/table">
            <a:tbl>
              <a:tblPr firstRow="1"/>
              <a:tblGrid>
                <a:gridCol w="10972800"/>
              </a:tblGrid>
              <a:tr h="450000"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Matrix</t>
                      </r>
                    </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