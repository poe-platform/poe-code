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xmlns="http://schemas.openxmlformats.org/package/2006/content-types" PartName="/ppt/slides/slide1.xml" ContentType="application/vnd.openxmlformats-officedocument.presentationml.slide+xml"/>
  <Override xmlns="http://schemas.openxmlformats.org/package/2006/content-types" PartName="/ppt/slides/slide2.xml" ContentType="application/vnd.openxmlformats-officedocument.presentationml.slide+xml"/>
  <Override xmlns="http://schemas.openxmlformats.org/package/2006/content-types" PartName="/ppt/slides/slide3.xml" ContentType="application/vnd.openxmlformats-officedocument.presentationml.slide+xml"/>
  <Override xmlns="http://schemas.openxmlformats.org/package/2006/content-types" PartName="/ppt/slides/slide4.xml" ContentType="application/vnd.openxmlformats-officedocument.presentationml.slide+xml"/>
  <Override xmlns="http://schemas.openxmlformats.org/package/2006/content-types" PartName="/ppt/media/image1.jpg" ContentType="image/jpeg"/>
  <Override xmlns="http://schemas.openxmlformats.org/package/2006/content-types" PartName="/ppt/notesMasters/notesMaster1.xml" ContentType="application/vnd.openxmlformats-officedocument.presentationml.notesMaster+xml"/>
  <Override xmlns="http://schemas.openxmlformats.org/package/2006/content-types" PartName="/ppt/notesSlides/notesSlide1.xml" ContentType="application/vnd.openxmlformats-officedocument.presentationml.notes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notesMasterIdLst xmlns:p="http://schemas.openxmlformats.org/presentationml/2006/main">
    <p:notesMasterId xmlns:p="http://schemas.openxmlformats.org/presentationml/2006/main" xmlns:r="http://schemas.openxmlformats.org/officeDocument/2006/relationships" r:id="rId6"/>
  </p:notesMasterIdLst>
  <p:sldIdLst xmlns="" xmlns:p="http://schemas.openxmlformats.org/presentationml/2006/main">
    <p:sldId xmlns="" xmlns:p="http://schemas.openxmlformats.org/presentationml/2006/main" xmlns:r="http://schemas.openxmlformats.org/officeDocument/2006/relationships" id="256" r:id="rId2"/>
    <p:sldId xmlns="" xmlns:p="http://schemas.openxmlformats.org/presentationml/2006/main" xmlns:r="http://schemas.openxmlformats.org/officeDocument/2006/relationships" id="257" r:id="rId3"/>
    <p:sldId xmlns="" xmlns:p="http://schemas.openxmlformats.org/presentationml/2006/main" xmlns:r="http://schemas.openxmlformats.org/officeDocument/2006/relationships" id="258" r:id="rId4"/>
    <p:sldId xmlns="" xmlns:p="http://schemas.openxmlformats.org/presentationml/2006/main" xmlns:r="http://schemas.openxmlformats.org/officeDocument/2006/relationships" id="259" r:id="rId5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xmlns="http://schemas.openxmlformats.org/package/2006/relationships" Id="rId2" Type="http://schemas.openxmlformats.org/officeDocument/2006/relationships/slide" Target="slides/slide1.xml"/><Relationship xmlns="http://schemas.openxmlformats.org/package/2006/relationships" Id="rId3" Type="http://schemas.openxmlformats.org/officeDocument/2006/relationships/slide" Target="slides/slide2.xml"/><Relationship xmlns="http://schemas.openxmlformats.org/package/2006/relationships" Id="rId4" Type="http://schemas.openxmlformats.org/officeDocument/2006/relationships/slide" Target="slides/slide3.xml"/><Relationship xmlns="http://schemas.openxmlformats.org/package/2006/relationships" Id="rId5" Type="http://schemas.openxmlformats.org/officeDocument/2006/relationships/slide" Target="slides/slide4.xml"/><Relationship xmlns="http://schemas.openxmlformats.org/package/2006/relationships" Id="rId6" Type="http://schemas.openxmlformats.org/officeDocument/2006/relationships/notesMaster" Target="notesMasters/notesMaster1.xml"/></Relationships>
</file>

<file path=ppt/notesMasters/_rels/notesMaster1.xml.rels><Relationships xmlns="http://schemas.openxmlformats.org/package/2006/relationships"><Relationship xmlns="http://schemas.openxmlformats.org/package/2006/relationships"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 xmlns:p="http://schemas.openxmlformats.org/presentationml/2006/main" xmlns:a="http://schemas.openxmlformats.org/drawingml/2006/main">
        <p:nvSpPr>
          <p:cNvPr id="2" name="Slide Image"/>
          <p:cNvSpPr/>
          <p:nvPr>
            <p:ph type="sldImg" idx="0"/>
          </p:nvPr>
        </p:nvSpPr>
        <p:spPr/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3" name="Notes Text"/>
          <p:cNvSpPr/>
          <p:nvPr>
            <p:ph type="body" idx="1"/>
          </p:nvPr>
        </p:nvSpPr>
        <p:spPr/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4" name="Slide Number"/>
          <p:cNvSpPr/>
          <p:nvPr>
            <p:ph type="sldNum" idx="2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Relationships xmlns="http://schemas.openxmlformats.org/package/2006/relationships"><Relationship xmlns="http://schemas.openxmlformats.org/package/2006/relationships" Id="rId1" Type="http://schemas.openxmlformats.org/officeDocument/2006/relationships/slide" Target="../slides/slide3.xml"/><Relationship xmlns="http://schemas.openxmlformats.org/package/2006/relationships" Id="rId2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 xmlns:p="http://schemas.openxmlformats.org/presentationml/2006/main" xmlns:a="http://schemas.openxmlformats.org/drawingml/2006/main">
        <p:nvSpPr>
          <p:cNvPr id="2" name="Slide Image"/>
          <p:cNvSpPr/>
          <p:nvPr>
            <p:ph type="sldImg" idx="0"/>
          </p:nvPr>
        </p:nvSpPr>
        <p:spPr/>
        <p:txBody xmlns:p="http://schemas.openxmlformats.org/presentationml/2006/main" xmlns:a="http://schemas.openxmlformats.org/drawingml/2006/main"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3" name="Notes Text"/>
          <p:cNvSpPr/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/>
          <a:lstStyle/>
          <a:p xmlns:a="http://schemas.openxmlformats.org/drawingml/2006/main">
            <a:r>
              <a:t>Discuss the frost forecast before planting.</a:t>
            </a:r>
          </a:p>
        </p:txBody>
      </p:sp>
      <p:sp xmlns:p="http://schemas.openxmlformats.org/presentationml/2006/main" xmlns:a="http://schemas.openxmlformats.org/drawingml/2006/main">
        <p:nvSpPr>
          <p:cNvPr id="4" name="Slide Number"/>
          <p:cNvSpPr/>
          <p:nvPr>
            <p:ph type="sldNum" idx="2"/>
          </p:nvPr>
        </p:nvSpPr>
        <p:spPr/>
        <p:txBody xmlns:p="http://schemas.openxmlformats.org/presentationml/2006/main" xmlns:a="http://schemas.openxmlformats.org/drawingml/2006/main">
          <a:bodyPr/>
          <a:lstStyle/>
          <a:p/>
        </p:txBody>
      </p:sp>
    </p:spTree>
  </p:cSld>
  <p:clrMapOvr>
    <a:masterClrMapping/>
  </p:clrMapOvr>
</p:note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Original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Relationship xmlns="http://schemas.openxmlformats.org/package/2006/relationships" Id="rId2" Type="http://schemas.openxmlformats.org/officeDocument/2006/relationships/notesSlide" Target="../notesSlides/notesSlide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Relationship xmlns="http://schemas.openxmlformats.org/package/2006/relationships" Id="rId2" Type="http://schemas.openxmlformats.org/officeDocument/2006/relationships/image" Target="../media/image1.jpg"/><Relationship xmlns="http://schemas.openxmlformats.org/package/2006/relationships" Id="rId3" Type="http://schemas.openxmlformats.org/officeDocument/2006/relationships/hyperlink" Target="https://example.org/orchard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 xmlns:r="http://schemas.openxmlformats.org/officeDocument/2006/relationships" xmlns:p="http://schemas.openxmlformats.org/presentationml/2006/main" xmlns:a="http://schemas.openxmlformats.org/drawingml/2006/main">
        <p:nvSpPr>
          <p:cNvPr id="2" name="Pandoc slide title"/>
          <p:cNvSpPr txBox="1"/>
          <p:nvPr/>
        </p:nvSpPr>
        <p:spPr>
          <n:xfrm xmlns:n="http://schemas.openxmlformats.org/drawingml/2006/main">
            <n:off xmlns:n="http://schemas.openxmlformats.org/drawingml/2006/main" x="609600" y="400000"/>
            <n:ext xmlns:n="http://schemas.openxmlformats.org/drawingml/2006/main" cx="10972800" cy="80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r xmlns="http://schemas.openxmlformats.org/drawingml/2006/main">
              <rPr xmlns="http://schemas.openxmlformats.org/drawingml/2006/main" b="0" i="0" sz="3000"/>
              <t xmlns="http://schemas.openxmlformats.org/drawingml/2006/main">Orchard seasons</t>
            </r>
          </p>
        </p:txBody>
      </p:sp>
      <p:sp xmlns:r="http://schemas.openxmlformats.org/officeDocument/2006/relationships" xmlns:p="http://schemas.openxmlformats.org/presentationml/2006/main" xmlns:a="http://schemas.openxmlformats.org/drawingml/2006/main">
        <p:nvSpPr>
          <p:cNvPr id="3" name="Pandoc paragraph 3"/>
          <p:cNvSpPr txBox="1"/>
          <p:nvPr/>
        </p:nvSpPr>
        <p:spPr>
          <n:xfrm xmlns:n="http://schemas.openxmlformats.org/drawingml/2006/main">
            <n:off xmlns:n="http://schemas.openxmlformats.org/drawingml/2006/main" x="609600" y="1400000"/>
            <n:ext xmlns:n="http://schemas.openxmlformats.org/drawingml/2006/main" cx="109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0"/>
            <r xmlns="http://schemas.openxmlformats.org/drawingml/2006/main">
              <rPr xmlns="http://schemas.openxmlformats.org/drawingml/2006/main" b="0" i="0" sz="2000"/>
              <t xmlns="http://schemas.openxmlformats.org/drawingml/2006/main">An original conversion QA deck.</t>
            </r>
          </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 xmlns:r="http://schemas.openxmlformats.org/officeDocument/2006/relationships" xmlns:p="http://schemas.openxmlformats.org/presentationml/2006/main" xmlns:a="http://schemas.openxmlformats.org/drawingml/2006/main">
        <p:nvSpPr>
          <p:cNvPr id="2" name="Pandoc slide title"/>
          <p:cNvSpPr txBox="1"/>
          <p:nvPr/>
        </p:nvSpPr>
        <p:spPr>
          <n:xfrm xmlns:n="http://schemas.openxmlformats.org/drawingml/2006/main">
            <n:off xmlns:n="http://schemas.openxmlformats.org/drawingml/2006/main" x="609600" y="400000"/>
            <n:ext xmlns:n="http://schemas.openxmlformats.org/drawingml/2006/main" cx="10972800" cy="80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r xmlns="http://schemas.openxmlformats.org/drawingml/2006/main">
              <rPr xmlns="http://schemas.openxmlformats.org/drawingml/2006/main" b="0" i="0" sz="3000"/>
              <t xmlns="http://schemas.openxmlformats.org/drawingml/2006/main">Survey results</t>
            </r>
          </p>
        </p:txBody>
      </p:sp>
      <p:sp xmlns:r="http://schemas.openxmlformats.org/officeDocument/2006/relationships" xmlns:p="http://schemas.openxmlformats.org/presentationml/2006/main" xmlns:a="http://schemas.openxmlformats.org/drawingml/2006/main">
        <p:nvSpPr>
          <p:cNvPr id="3" name="Pandoc paragraph 3"/>
          <p:cNvSpPr txBox="1"/>
          <p:nvPr/>
        </p:nvSpPr>
        <p:spPr>
          <n:xfrm xmlns:n="http://schemas.openxmlformats.org/drawingml/2006/main">
            <n:off xmlns:n="http://schemas.openxmlformats.org/drawingml/2006/main" x="609600" y="1400000"/>
            <n:ext xmlns:n="http://schemas.openxmlformats.org/drawingml/2006/main" cx="109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0">
              <n:buChar xmlns:n="http://schemas.openxmlformats.org/drawingml/2006/main" char="•"/>
            </pPr>
            <r xmlns="http://schemas.openxmlformats.org/drawingml/2006/main">
              <rPr xmlns="http://schemas.openxmlformats.org/drawingml/2006/main" b="0" i="0" sz="2000"/>
              <t xmlns="http://schemas.openxmlformats.org/drawingml/2006/main">Apple</t>
            </r>
          </p>
        </p:txBody>
      </p:sp>
      <p:sp xmlns:r="http://schemas.openxmlformats.org/officeDocument/2006/relationships" xmlns:p="http://schemas.openxmlformats.org/presentationml/2006/main" xmlns:a="http://schemas.openxmlformats.org/drawingml/2006/main">
        <p:nvSpPr>
          <p:cNvPr id="4" name="Pandoc paragraph 4"/>
          <p:cNvSpPr txBox="1"/>
          <p:nvPr/>
        </p:nvSpPr>
        <p:spPr>
          <n:xfrm xmlns:n="http://schemas.openxmlformats.org/drawingml/2006/main">
            <n:off xmlns:n="http://schemas.openxmlformats.org/drawingml/2006/main" x="909600" y="1900000"/>
            <n:ext xmlns:n="http://schemas.openxmlformats.org/drawingml/2006/main" cx="106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1">
              <n:buChar xmlns:n="http://schemas.openxmlformats.org/drawingml/2006/main" char="•"/>
            </pPr>
            <r xmlns="http://schemas.openxmlformats.org/drawingml/2006/main">
              <rPr xmlns="http://schemas.openxmlformats.org/drawingml/2006/main" b="0" i="0" sz="2000"/>
              <t xmlns="http://schemas.openxmlformats.org/drawingml/2006/main">Red</t>
            </r>
          </p>
        </p:txBody>
      </p:sp>
      <p:sp xmlns:r="http://schemas.openxmlformats.org/officeDocument/2006/relationships" xmlns:p="http://schemas.openxmlformats.org/presentationml/2006/main" xmlns:a="http://schemas.openxmlformats.org/drawingml/2006/main">
        <p:nvSpPr>
          <p:cNvPr id="5" name="Pandoc paragraph 5"/>
          <p:cNvSpPr txBox="1"/>
          <p:nvPr/>
        </p:nvSpPr>
        <p:spPr>
          <n:xfrm xmlns:n="http://schemas.openxmlformats.org/drawingml/2006/main">
            <n:off xmlns:n="http://schemas.openxmlformats.org/drawingml/2006/main" x="909600" y="2400000"/>
            <n:ext xmlns:n="http://schemas.openxmlformats.org/drawingml/2006/main" cx="106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1">
              <n:buChar xmlns:n="http://schemas.openxmlformats.org/drawingml/2006/main" char="•"/>
            </pPr>
            <r xmlns="http://schemas.openxmlformats.org/drawingml/2006/main">
              <rPr xmlns="http://schemas.openxmlformats.org/drawingml/2006/main" b="0" i="0" sz="2000"/>
              <t xmlns="http://schemas.openxmlformats.org/drawingml/2006/main">Green</t>
            </r>
          </p>
        </p:txBody>
      </p:sp>
      <p:sp xmlns:r="http://schemas.openxmlformats.org/officeDocument/2006/relationships" xmlns:p="http://schemas.openxmlformats.org/presentationml/2006/main" xmlns:a="http://schemas.openxmlformats.org/drawingml/2006/main">
        <p:nvSpPr>
          <p:cNvPr id="6" name="Pandoc paragraph 6"/>
          <p:cNvSpPr txBox="1"/>
          <p:nvPr/>
        </p:nvSpPr>
        <p:spPr>
          <n:xfrm xmlns:n="http://schemas.openxmlformats.org/drawingml/2006/main">
            <n:off xmlns:n="http://schemas.openxmlformats.org/drawingml/2006/main" x="609600" y="2900000"/>
            <n:ext xmlns:n="http://schemas.openxmlformats.org/drawingml/2006/main" cx="109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0">
              <n:buChar xmlns:n="http://schemas.openxmlformats.org/drawingml/2006/main" char="•"/>
            </pPr>
            <r xmlns="http://schemas.openxmlformats.org/drawingml/2006/main">
              <rPr xmlns="http://schemas.openxmlformats.org/drawingml/2006/main" b="0" i="0" sz="2000"/>
              <t xmlns="http://schemas.openxmlformats.org/drawingml/2006/main">Pear</t>
            </r>
          </p>
        </p:txBody>
      </p:sp>
      <p:graphicFrame xmlns:r="http://schemas.openxmlformats.org/officeDocument/2006/relationships" xmlns:p="http://schemas.openxmlformats.org/presentationml/2006/main" xmlns:a="http://schemas.openxmlformats.org/drawingml/2006/main">
        <p:nvGraphicFramePr>
          <p:cNvPr id="7" name="Table 7"/>
          <p:cNvGraphicFramePr/>
          <p:nvPr/>
        </p:nvGraphicFramePr>
        <p:xfrm>
          <a:off x="609600" y="3400000"/>
          <a:ext cx="10972800" cy="900000"/>
        </p:xfrm>
        <a:graphic>
          <a:graphicData uri="http://schemas.openxmlformats.org/drawingml/2006/table">
            <a:tbl>
              <a:tblPr firstRow="1"/>
              <a:tblGrid>
                <a:gridCol w="5486400"/>
                <a:gridCol w="5486400"/>
              </a:tblGrid>
              <a:tr h="450000">
                <a:tc>
                  <a:txBody xmlns:r="http://schemas.openxmlformats.org/officeDocument/2006/relationships" xmlns:p="http://schemas.openxmlformats.org/presentationml/2006/main" xmlns:a="http://schemas.openxmlformats.org/drawingml/2006/main">
                    <a:bodyPr/>
                    <a:lstStyle/>
                    <p xmlns="http://schemas.openxmlformats.org/drawingml/2006/main">
                      <r>
                        <t>Tree</t>
                      </r>
                    </p>
                  </a:txBody>
                  <a:tcPr/>
                </a:tc>
                <a:tc>
                  <a:txBody xmlns:r="http://schemas.openxmlformats.org/officeDocument/2006/relationships" xmlns:p="http://schemas.openxmlformats.org/presentationml/2006/main" xmlns:a="http://schemas.openxmlformats.org/drawingml/2006/main">
                    <a:bodyPr/>
                    <a:lstStyle/>
                    <p xmlns="http://schemas.openxmlformats.org/drawingml/2006/main">
                      <r>
                        <t>Count</t>
                      </r>
                    </p>
                  </a:txBody>
                  <a:tcPr/>
                </a:tc>
              </a:tr>
              <a:tr h="450000">
                <a:tc>
                  <a:txBody xmlns:r="http://schemas.openxmlformats.org/officeDocument/2006/relationships" xmlns:p="http://schemas.openxmlformats.org/presentationml/2006/main" xmlns:a="http://schemas.openxmlformats.org/drawingml/2006/main">
                    <a:bodyPr/>
                    <a:lstStyle/>
                    <p xmlns="http://schemas.openxmlformats.org/drawingml/2006/main">
                      <r>
                        <t>Pear</t>
                      </r>
                    </p>
                  </a:txBody>
                  <a:tcPr/>
                </a:tc>
                <a:tc>
                  <a:txBody xmlns:r="http://schemas.openxmlformats.org/officeDocument/2006/relationships" xmlns:p="http://schemas.openxmlformats.org/presentationml/2006/main" xmlns:a="http://schemas.openxmlformats.org/drawingml/2006/main">
                    <a:bodyPr/>
                    <a:lstStyle/>
                    <p xmlns="http://schemas.openxmlformats.org/drawingml/2006/main">
                      <r>
                        <t>7</t>
                      </r>
                    </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 xmlns:r="http://schemas.openxmlformats.org/officeDocument/2006/relationships" xmlns:p="http://schemas.openxmlformats.org/presentationml/2006/main" xmlns:a="http://schemas.openxmlformats.org/drawingml/2006/main">
        <p:nvSpPr>
          <p:cNvPr id="2" name="Pandoc slide title"/>
          <p:cNvSpPr txBox="1"/>
          <p:nvPr/>
        </p:nvSpPr>
        <p:spPr>
          <n:xfrm xmlns:n="http://schemas.openxmlformats.org/drawingml/2006/main">
            <n:off xmlns:n="http://schemas.openxmlformats.org/drawingml/2006/main" x="609600" y="400000"/>
            <n:ext xmlns:n="http://schemas.openxmlformats.org/drawingml/2006/main" cx="10972800" cy="80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r xmlns="http://schemas.openxmlformats.org/drawingml/2006/main">
              <rPr xmlns="http://schemas.openxmlformats.org/drawingml/2006/main" b="0" i="0" sz="3000"/>
              <t xmlns="http://schemas.openxmlformats.org/drawingml/2006/main">Field map</t>
            </r>
          </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3" name="Original two-color field diagram" descr=""/>
          <p:cNvPicPr>
            <a:picLocks noChangeAspect="1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>
            <a:off x="609600" y="1400000"/>
            <a:ext cx="2743200" cy="1371600"/>
          </a:xfrm>
          <a:prstGeom prst="rect">
            <a:avLst/>
          </a:prstGeom>
        </p:spPr>
      </p:pic>
      <p:sp xmlns:r="http://schemas.openxmlformats.org/officeDocument/2006/relationships" xmlns:p="http://schemas.openxmlformats.org/presentationml/2006/main" xmlns:a="http://schemas.openxmlformats.org/drawingml/2006/main">
        <p:nvSpPr>
          <p:cNvPr id="4" name="Pandoc paragraph 4"/>
          <p:cNvSpPr txBox="1"/>
          <p:nvPr/>
        </p:nvSpPr>
        <p:spPr>
          <n:xfrm xmlns:n="http://schemas.openxmlformats.org/drawingml/2006/main">
            <n:off xmlns:n="http://schemas.openxmlformats.org/drawingml/2006/main" x="609600" y="3271600"/>
            <n:ext xmlns:n="http://schemas.openxmlformats.org/drawingml/2006/main" cx="109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0"/>
            <r xmlns="http://schemas.openxmlformats.org/drawingml/2006/main">
              <rPr xmlns="http://schemas.openxmlformats.org/drawingml/2006/main" b="0" i="0" sz="2000">
                <a:hlinkClick xmlns="http://schemas.openxmlformats.org/drawingml/2006/main" xmlns:a="http://schemas.openxmlformats.org/drawingml/2006/main" r:id="rId3"/>
              </rPr>
              <t xmlns="http://schemas.openxmlformats.org/drawingml/2006/main">Survey details</t>
            </r>
          </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iginal">
  <a:themeElements>
    <a:clrScheme name="Original">
      <a:dk1>
        <a:srgbClr val="17212B"/>
      </a:dk1>
      <a:lt1>
        <a:srgbClr val="FFFFFF"/>
      </a:lt1>
      <a:dk2>
        <a:srgbClr val="34495E"/>
      </a:dk2>
      <a:lt2>
        <a:srgbClr val="F0F4F5"/>
      </a:lt2>
      <a:accent1>
        <a:srgbClr val="176B87"/>
      </a:accent1>
      <a:accent2>
        <a:srgbClr val="B86E33"/>
      </a:accent2>
      <a:accent3>
        <a:srgbClr val="5E8062"/>
      </a:accent3>
      <a:accent4>
        <a:srgbClr val="8665A2"/>
      </a:accent4>
      <a:accent5>
        <a:srgbClr val="B54C64"/>
      </a:accent5>
      <a:accent6>
        <a:srgbClr val="4D8E95"/>
      </a:accent6>
      <a:hlink>
        <a:srgbClr val="165DCC"/>
      </a:hlink>
      <a:folHlink>
        <a:srgbClr val="7043A3"/>
      </a:folHlink>
    </a:clrScheme>
    <a:fontScheme name="Origi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rigin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