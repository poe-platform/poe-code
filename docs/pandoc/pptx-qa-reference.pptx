
<file path=[Content_Types].xml><?xml version="1.0" encoding="utf-8"?>
<Types xmlns="http://schemas.openxmlformats.org/package/2006/content-types"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xmlns="http://schemas.openxmlformats.org/package/2006/content-types" PartName="/ppt/slideLayouts/slideLayout2.xml" ContentType="application/vnd.openxmlformats-officedocument.presentationml.slideLayout+xml"/>
  <Override xmlns="http://schemas.openxmlformats.org/package/2006/content-types"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 xmlns="" xmlns:p="http://schemas.openxmlformats.org/presentationml/2006/main">
    <p:sldId xmlns="" xmlns:p="http://schemas.openxmlformats.org/presentationml/2006/main" xmlns:r="http://schemas.openxmlformats.org/officeDocument/2006/relationships" id="256" r:id="rId2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xmlns="http://schemas.openxmlformats.org/package/2006/relationships" Id="rId2" Type="http://schemas.openxmlformats.org/officeDocument/2006/relationships/slide" Target="slides/slide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>
  <p:cSld name="Orchard titl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xmlns="http://schemas.openxmlformats.org/package/2006/relationships" Id="rId3" Type="http://schemas.openxmlformats.org/officeDocument/2006/relationships/slideLayout" Target="../slideLayouts/slideLayout2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Original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xmlns:p="http://schemas.openxmlformats.org/presentationml/2006/main" xmlns:r="http://schemas.openxmlformats.org/officeDocument/2006/relationships" id="2147483650" r:id="rId3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 xmlns:r="http://schemas.openxmlformats.org/officeDocument/2006/relationships" xmlns:p="http://schemas.openxmlformats.org/presentationml/2006/main" xmlns:a="http://schemas.openxmlformats.org/drawingml/2006/main">
        <p:nvSpPr>
          <p:cNvPr id="2" name="Pandoc slide title"/>
          <p:cNvSpPr txBox="1"/>
          <p:nvPr/>
        </p:nvSpPr>
        <p:spPr>
          <n:xfrm xmlns:n="http://schemas.openxmlformats.org/drawingml/2006/main">
            <n:off xmlns:n="http://schemas.openxmlformats.org/drawingml/2006/main" x="457200" y="400000"/>
            <n:ext xmlns:n="http://schemas.openxmlformats.org/drawingml/2006/main" cx="8229600" cy="800000"/>
          </n:xfrm>
          <n:prstGeom xmlns:n="http://schemas.openxmlformats.org/drawingml/2006/main" prst="rect">
            <n:avLst xmlns:n="http://schemas.openxmlformats.org/drawingml/2006/main"/>
          </n:prstGeom>
        </p:spPr>
        <p:txBody xmlns:r="http://schemas.openxmlformats.org/officeDocument/2006/relationships" xmlns:p="http://schemas.openxmlformats.org/presentationml/2006/main" xmlns:a="http://schemas.openxmlformats.org/drawingml/2006/main">
          <a:bodyPr/>
          <a:lstStyle/>
          <p xmlns:r="http://schemas.openxmlformats.org/officeDocument/2006/relationships" xmlns:p="http://schemas.openxmlformats.org/presentationml/2006/main" xmlns:a="http://schemas.openxmlformats.org/drawingml/2006/main" xmlns="http://schemas.openxmlformats.org/drawingml/2006/main">
            <r xmlns="http://schemas.openxmlformats.org/drawingml/2006/main">
              <rPr xmlns="http://schemas.openxmlformats.org/drawingml/2006/main" b="0" i="0" sz="3000"/>
              <t xmlns="http://schemas.openxmlformats.org/drawingml/2006/main">Orchard reference</t>
            </r>
          </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iginal">
  <a:themeElements>
    <a:clrScheme name="Original">
      <a:dk1>
        <a:srgbClr val="17212B"/>
      </a:dk1>
      <a:lt1>
        <a:srgbClr val="FFFFFF"/>
      </a:lt1>
      <a:dk2>
        <a:srgbClr val="34495E"/>
      </a:dk2>
      <a:lt2>
        <a:srgbClr val="F0F4F5"/>
      </a:lt2>
      <a:accent1>
        <a:srgbClr val="176B87"/>
      </a:accent1>
      <a:accent2>
        <a:srgbClr val="B86E33"/>
      </a:accent2>
      <a:accent3>
        <a:srgbClr val="5E8062"/>
      </a:accent3>
      <a:accent4>
        <a:srgbClr val="8665A2"/>
      </a:accent4>
      <a:accent5>
        <a:srgbClr val="B54C64"/>
      </a:accent5>
      <a:accent6>
        <a:srgbClr val="4D8E95"/>
      </a:accent6>
      <a:hlink>
        <a:srgbClr val="165DCC"/>
      </a:hlink>
      <a:folHlink>
        <a:srgbClr val="7043A3"/>
      </a:folHlink>
    </a:clrScheme>
    <a:fontScheme name="Origin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rigin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