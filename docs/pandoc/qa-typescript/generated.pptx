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  <Override xmlns="http://schemas.openxmlformats.org/package/2006/content-types" PartName="/ppt/slides/slide2.xml" ContentType="application/vnd.openxmlformats-officedocument.presentationml.slide+xml"/>
  <Override xmlns="http://schemas.openxmlformats.org/package/2006/content-types" PartName="/ppt/media/image1.jpg" ContentType="image/jpeg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  <p:sldId xmlns="" xmlns:p="http://schemas.openxmlformats.org/presentationml/2006/main" xmlns:r="http://schemas.openxmlformats.org/officeDocument/2006/relationships" id="257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Relationship xmlns="http://schemas.openxmlformats.org/package/2006/relationships" Id="rId3" Type="http://schemas.openxmlformats.org/officeDocument/2006/relationships/slide" Target="slides/slide2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xmlns="http://schemas.openxmlformats.org/package/2006/relationships" Id="rId2" Type="http://schemas.openxmlformats.org/officeDocument/2006/relationships/image" Target="../media/image1.jpg"/><Relationship xmlns="http://schemas.openxmlformats.org/package/2006/relationships" Id="rId3" Type="http://schemas.openxmlformats.org/officeDocument/2006/relationships/hyperlink" Target="https://example.invalid/qa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Original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QA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slide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3" name="Pandoc paragraph 3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/>
              <t xmlns="http://schemas.openxmlformats.org/drawingml/2006/main">café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Ελληνικά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Привет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2000"/>
              <t xmlns="http://schemas.openxmlformats.org/drawingml/2006/main">日本語.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609600" y="19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First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5" name="Pandoc paragraph 5"/>
          <p:cNvSpPr txBox="1"/>
          <p:nvPr/>
        </p:nvSpPr>
        <p:spPr>
          <n:xfrm xmlns:n="http://schemas.openxmlformats.org/drawingml/2006/main">
            <n:off xmlns:n="http://schemas.openxmlformats.org/drawingml/2006/main" x="909600" y="2400000"/>
            <n:ext xmlns:n="http://schemas.openxmlformats.org/drawingml/2006/main" cx="106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1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Nested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6" name="Pandoc paragraph 6"/>
          <p:cNvSpPr txBox="1"/>
          <p:nvPr/>
        </p:nvSpPr>
        <p:spPr>
          <n:xfrm xmlns:n="http://schemas.openxmlformats.org/drawingml/2006/main">
            <n:off xmlns:n="http://schemas.openxmlformats.org/drawingml/2006/main" x="609600" y="29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Char xmlns:n="http://schemas.openxmlformats.org/drawingml/2006/main" char="•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Second</t>
            </r>
          </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Image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and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 </t>
            </r>
            <r xmlns="http://schemas.openxmlformats.org/drawingml/2006/main">
              <rPr xmlns="http://schemas.openxmlformats.org/drawingml/2006/main" b="0" i="0" sz="3000"/>
              <t xmlns="http://schemas.openxmlformats.org/drawingml/2006/main">table</t>
            </r>
          </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3" name="Original panel" descr=""/>
          <p:cNvPicPr>
            <a:picLocks noChangeAspect="1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609600" y="1400000"/>
            <a:ext cx="1524000" cy="762000"/>
          </a:xfrm>
          <a:prstGeom prst="rect">
            <a:avLst/>
          </a:prstGeom>
        </p:spPr>
      </p:pic>
      <p:graphicFrame xmlns:r="http://schemas.openxmlformats.org/officeDocument/2006/relationships" xmlns:p="http://schemas.openxmlformats.org/presentationml/2006/main" xmlns:a="http://schemas.openxmlformats.org/drawingml/2006/main">
        <p:nvGraphicFramePr>
          <p:cNvPr id="4" name="Table 4"/>
          <p:cNvGraphicFramePr/>
          <p:nvPr/>
        </p:nvGraphicFramePr>
        <p:xfrm>
          <a:off x="609600" y="2662000"/>
          <a:ext cx="10972800" cy="9000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A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B</t>
                      </r>
                    </p>
                  </a:txBody>
                  <a:tcPr/>
                </a:tc>
              </a:tr>
              <a:tr h="450000"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one</t>
                      </r>
                    </p>
                  </a:txBody>
                  <a:tcPr/>
                </a:tc>
                <a:tc>
                  <a:txBody xmlns:r="http://schemas.openxmlformats.org/officeDocument/2006/relationships" xmlns:p="http://schemas.openxmlformats.org/presentationml/2006/main" xmlns:a="http://schemas.openxmlformats.org/drawingml/2006/main">
                    <a:bodyPr/>
                    <a:lstStyle/>
                    <p xmlns="http://schemas.openxmlformats.org/drawingml/2006/main">
                      <r>
                        <t>two</t>
                      </r>
                    </p>
                  </a:txBody>
                  <a:tcPr/>
                </a:tc>
              </a:tr>
            </a:tbl>
          </a:graphicData>
        </a:graphic>
      </p:graphicFrame>
      <p:sp xmlns:r="http://schemas.openxmlformats.org/officeDocument/2006/relationships" xmlns:p="http://schemas.openxmlformats.org/presentationml/2006/main" xmlns:a="http://schemas.openxmlformats.org/drawingml/2006/main">
        <p:nvSpPr>
          <p:cNvPr id="5" name="Pandoc paragraph 5"/>
          <p:cNvSpPr txBox="1"/>
          <p:nvPr/>
        </p:nvSpPr>
        <p:spPr>
          <n:xfrm xmlns:n="http://schemas.openxmlformats.org/drawingml/2006/main">
            <n:off xmlns:n="http://schemas.openxmlformats.org/drawingml/2006/main" x="609600" y="4062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>
                <a:hlinkClick xmlns="http://schemas.openxmlformats.org/drawingml/2006/main" xmlns:a="http://schemas.openxmlformats.org/drawingml/2006/main" r:id="rId3"/>
              </rPr>
              <t xmlns="http://schemas.openxmlformats.org/drawingml/2006/main">External</t>
            </r>
            <r xmlns="http://schemas.openxmlformats.org/drawingml/2006/main">
              <rPr xmlns="http://schemas.openxmlformats.org/drawingml/2006/main" b="0" i="0" sz="2000">
                <a:hlinkClick xmlns="http://schemas.openxmlformats.org/drawingml/2006/main" xmlns:a="http://schemas.openxmlformats.org/drawingml/2006/main" r:id="rId3"/>
              </rPr>
              <t xmlns="http://schemas.openxmlformats.org/drawingml/2006/main"> </t>
            </r>
            <r xmlns="http://schemas.openxmlformats.org/drawingml/2006/main">
              <rPr xmlns="http://schemas.openxmlformats.org/drawingml/2006/main" b="0" i="0" sz="2000">
                <a:hlinkClick xmlns="http://schemas.openxmlformats.org/drawingml/2006/main" xmlns:a="http://schemas.openxmlformats.org/drawingml/2006/main" r:id="rId3"/>
              </rPr>
              <t xmlns="http://schemas.openxmlformats.org/drawingml/2006/main">target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